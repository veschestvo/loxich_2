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5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49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875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30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38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19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645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085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31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331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52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3109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035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515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6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994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9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96C0F-6BBB-4272-83EB-BC2BDC7685D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368F2-B643-4460-85BD-B17A13D5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8490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9F17A-395E-47B9-97ED-B6DF2AD30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СТАНДАРТИЗАЦИЯ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130FFF-119B-4FDF-BEB2-C364D171D2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Медицинские маски</a:t>
            </a:r>
          </a:p>
        </p:txBody>
      </p:sp>
    </p:spTree>
    <p:extLst>
      <p:ext uri="{BB962C8B-B14F-4D97-AF65-F5344CB8AC3E}">
        <p14:creationId xmlns:p14="http://schemas.microsoft.com/office/powerpoint/2010/main" val="1188466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216AA-7EA5-4A07-A4E5-156A9D48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0614"/>
            <a:ext cx="10419127" cy="1365531"/>
          </a:xfrm>
        </p:spPr>
        <p:txBody>
          <a:bodyPr/>
          <a:lstStyle/>
          <a:p>
            <a:r>
              <a:rPr lang="ru-RU" dirty="0"/>
              <a:t>Объекты стандартизации для медицинских масок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BF715-60DE-4073-B1D1-E4041E632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76146"/>
            <a:ext cx="12192000" cy="4881853"/>
          </a:xfrm>
        </p:spPr>
        <p:txBody>
          <a:bodyPr>
            <a:normAutofit/>
          </a:bodyPr>
          <a:lstStyle/>
          <a:p>
            <a:r>
              <a:rPr lang="ru-RU" dirty="0"/>
              <a:t>Размеры и форма маски </a:t>
            </a:r>
          </a:p>
          <a:p>
            <a:r>
              <a:rPr lang="ru-RU" dirty="0"/>
              <a:t>Материал фильтрации</a:t>
            </a:r>
          </a:p>
          <a:p>
            <a:r>
              <a:rPr lang="ru-RU" dirty="0"/>
              <a:t>Сопротивление дыханию</a:t>
            </a:r>
          </a:p>
          <a:p>
            <a:r>
              <a:rPr lang="ru-RU" dirty="0" err="1"/>
              <a:t>Гипоаллергенность</a:t>
            </a:r>
            <a:r>
              <a:rPr lang="ru-RU" dirty="0"/>
              <a:t> и безопасность материалов</a:t>
            </a:r>
          </a:p>
          <a:p>
            <a:r>
              <a:rPr lang="ru-RU" dirty="0"/>
              <a:t>Прочность и надежность конструкции</a:t>
            </a:r>
          </a:p>
          <a:p>
            <a:r>
              <a:rPr lang="ru-RU" dirty="0"/>
              <a:t>Уровень бактериальной фильтрации</a:t>
            </a:r>
          </a:p>
          <a:p>
            <a:r>
              <a:rPr lang="ru-RU" dirty="0"/>
              <a:t>Проницаемость частиц</a:t>
            </a:r>
          </a:p>
          <a:p>
            <a:r>
              <a:rPr lang="ru-RU" dirty="0"/>
              <a:t>Влагоотталкивающие свойства </a:t>
            </a:r>
          </a:p>
          <a:p>
            <a:r>
              <a:rPr lang="ru-RU" dirty="0"/>
              <a:t>Стерильность (если требуется) </a:t>
            </a:r>
          </a:p>
          <a:p>
            <a:r>
              <a:rPr lang="ru-RU" dirty="0"/>
              <a:t>Упаковка и маркировка</a:t>
            </a:r>
          </a:p>
        </p:txBody>
      </p:sp>
      <p:pic>
        <p:nvPicPr>
          <p:cNvPr id="1026" name="Picture 2" descr="Маска медицинская трехслойная для одноразового использования и защиты от  вирусов с носовым фиксатором из нетканого материала">
            <a:extLst>
              <a:ext uri="{FF2B5EF4-FFF2-40B4-BE49-F238E27FC236}">
                <a16:creationId xmlns:a16="http://schemas.microsoft.com/office/drawing/2014/main" id="{8C3BDFFC-D0DA-4ADF-A7F4-F5B19D9FA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981" y="2105637"/>
            <a:ext cx="4723999" cy="4597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78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216AA-7EA5-4A07-A4E5-156A9D48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0614"/>
            <a:ext cx="10419127" cy="1365531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Польза для производителя от соблюдения международных стандартов (EN 14683, ASTM F2100)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BF715-60DE-4073-B1D1-E4041E632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76146"/>
            <a:ext cx="12192000" cy="4881853"/>
          </a:xfrm>
        </p:spPr>
        <p:txBody>
          <a:bodyPr/>
          <a:lstStyle/>
          <a:p>
            <a:r>
              <a:rPr lang="ru-RU" dirty="0"/>
              <a:t>Возможность выхода на международные рынки и увеличение объема продаж </a:t>
            </a:r>
          </a:p>
          <a:p>
            <a:r>
              <a:rPr lang="ru-RU" dirty="0"/>
              <a:t>Повышение доверия покупателей и деловых партнеров к продукции </a:t>
            </a:r>
          </a:p>
          <a:p>
            <a:r>
              <a:rPr lang="ru-RU" dirty="0"/>
              <a:t>Снижение рисков отказа в таможенном оформлении и продажах из-за несоответствия требованиям </a:t>
            </a:r>
          </a:p>
          <a:p>
            <a:r>
              <a:rPr lang="ru-RU" dirty="0"/>
              <a:t>Оптимизация производственных процессов, улучшение качества продукции </a:t>
            </a:r>
          </a:p>
          <a:p>
            <a:r>
              <a:rPr lang="ru-RU" dirty="0"/>
              <a:t>Повышение конкурентоспособности и бренда на рынке </a:t>
            </a:r>
          </a:p>
          <a:p>
            <a:r>
              <a:rPr lang="ru-RU" dirty="0"/>
              <a:t>Возможность пройти сертификацию </a:t>
            </a:r>
          </a:p>
          <a:p>
            <a:pPr marL="0" indent="0">
              <a:buNone/>
            </a:pPr>
            <a:r>
              <a:rPr lang="ru-RU" dirty="0"/>
              <a:t>и получить официальное подтверждение качества</a:t>
            </a:r>
          </a:p>
        </p:txBody>
      </p:sp>
      <p:pic>
        <p:nvPicPr>
          <p:cNvPr id="2050" name="Picture 2" descr="Мем Stonks - сюрреалистичный мем с 3D моделью бизнесмена">
            <a:extLst>
              <a:ext uri="{FF2B5EF4-FFF2-40B4-BE49-F238E27FC236}">
                <a16:creationId xmlns:a16="http://schemas.microsoft.com/office/drawing/2014/main" id="{5664BAE9-2B5E-4765-8AD1-A7F6BF55E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325" y="4129127"/>
            <a:ext cx="3555504" cy="264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58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216AA-7EA5-4A07-A4E5-156A9D48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0614"/>
            <a:ext cx="10419127" cy="1365531"/>
          </a:xfrm>
        </p:spPr>
        <p:txBody>
          <a:bodyPr/>
          <a:lstStyle/>
          <a:p>
            <a:r>
              <a:rPr lang="ru-RU" dirty="0"/>
              <a:t>Польза для потребителя и государства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BF715-60DE-4073-B1D1-E4041E632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76146"/>
            <a:ext cx="12192000" cy="488185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Потребитель</a:t>
            </a:r>
          </a:p>
          <a:p>
            <a:r>
              <a:rPr lang="ru-RU" dirty="0"/>
              <a:t>Получает гарантию качества, безопасности и эффективности масок для защиты здоровья </a:t>
            </a:r>
          </a:p>
          <a:p>
            <a:r>
              <a:rPr lang="ru-RU" dirty="0"/>
              <a:t>Повышается уровень защиты от инфекций и снижение риска распространения заболеваний </a:t>
            </a:r>
          </a:p>
          <a:p>
            <a:r>
              <a:rPr lang="ru-RU" dirty="0"/>
              <a:t>Защита прав потребителей за счет наличия официальных стандартов и сертификации</a:t>
            </a:r>
          </a:p>
        </p:txBody>
      </p:sp>
    </p:spTree>
    <p:extLst>
      <p:ext uri="{BB962C8B-B14F-4D97-AF65-F5344CB8AC3E}">
        <p14:creationId xmlns:p14="http://schemas.microsoft.com/office/powerpoint/2010/main" val="1453678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216AA-7EA5-4A07-A4E5-156A9D48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0614"/>
            <a:ext cx="10419127" cy="1365531"/>
          </a:xfrm>
        </p:spPr>
        <p:txBody>
          <a:bodyPr/>
          <a:lstStyle/>
          <a:p>
            <a:r>
              <a:rPr lang="ru-RU" dirty="0"/>
              <a:t>Польза для потребителя и государства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BF715-60DE-4073-B1D1-E4041E632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76146"/>
            <a:ext cx="12192000" cy="488185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Государство </a:t>
            </a:r>
          </a:p>
          <a:p>
            <a:r>
              <a:rPr lang="ru-RU" dirty="0"/>
              <a:t>Контроль за качеством медицинской продукции на рынке </a:t>
            </a:r>
          </a:p>
          <a:p>
            <a:r>
              <a:rPr lang="ru-RU" dirty="0"/>
              <a:t>Снижение нагрузки на систему здравоохранения за счет улучшенной защиты населения </a:t>
            </a:r>
          </a:p>
          <a:p>
            <a:r>
              <a:rPr lang="ru-RU" dirty="0"/>
              <a:t>Повышение общей безопасности общественного здоровья и соответствие международным нормам </a:t>
            </a:r>
          </a:p>
          <a:p>
            <a:r>
              <a:rPr lang="ru-RU" dirty="0"/>
              <a:t>Создание условий для развития отечественного производства и экспорта</a:t>
            </a:r>
          </a:p>
        </p:txBody>
      </p:sp>
    </p:spTree>
    <p:extLst>
      <p:ext uri="{BB962C8B-B14F-4D97-AF65-F5344CB8AC3E}">
        <p14:creationId xmlns:p14="http://schemas.microsoft.com/office/powerpoint/2010/main" val="301594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9DB4C-9229-4BEC-A9F9-44355232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20785"/>
            <a:ext cx="10427515" cy="1350627"/>
          </a:xfrm>
        </p:spPr>
        <p:txBody>
          <a:bodyPr/>
          <a:lstStyle/>
          <a:p>
            <a:r>
              <a:rPr lang="en-US" dirty="0"/>
              <a:t>THE END</a:t>
            </a:r>
            <a:endParaRPr lang="ru-RU" dirty="0"/>
          </a:p>
        </p:txBody>
      </p:sp>
      <p:pic>
        <p:nvPicPr>
          <p:cNvPr id="3074" name="Picture 2" descr="Вы кто такие? Who are you? 30x40 Акрил, холст Продано Sold История мема.  Текст взят у Мемпедии. Вы кто такие? Я вас не звал — фраза из сюжета НТВ  про отшельников, ставшая">
            <a:extLst>
              <a:ext uri="{FF2B5EF4-FFF2-40B4-BE49-F238E27FC236}">
                <a16:creationId xmlns:a16="http://schemas.microsoft.com/office/drawing/2014/main" id="{A76442EE-D52B-40A8-B7F5-66F16CF8D7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001" y="2322858"/>
            <a:ext cx="5241874" cy="3385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180170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12</TotalTime>
  <Words>181</Words>
  <Application>Microsoft Office PowerPoint</Application>
  <PresentationFormat>Широкоэкранный</PresentationFormat>
  <Paragraphs>33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Trebuchet MS</vt:lpstr>
      <vt:lpstr>Берлин</vt:lpstr>
      <vt:lpstr>СТАНДАРТИЗАЦИЯ</vt:lpstr>
      <vt:lpstr>Объекты стандартизации для медицинских масок</vt:lpstr>
      <vt:lpstr>Польза для производителя от соблюдения международных стандартов (EN 14683, ASTM F2100)</vt:lpstr>
      <vt:lpstr>Польза для потребителя и государства</vt:lpstr>
      <vt:lpstr>Польза для потребителя и государства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СТАНДАРТИЗАЦИЯ</dc:title>
  <dc:creator>Садило Семён Иванович</dc:creator>
  <cp:lastModifiedBy>Садило Семён Иванович</cp:lastModifiedBy>
  <cp:revision>2</cp:revision>
  <dcterms:created xsi:type="dcterms:W3CDTF">2026-01-20T12:02:25Z</dcterms:created>
  <dcterms:modified xsi:type="dcterms:W3CDTF">2026-01-20T12:14:27Z</dcterms:modified>
</cp:coreProperties>
</file>